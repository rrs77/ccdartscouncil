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public/ccdesigner-wordm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895448" y="2148840"/>
            <a:ext cx="6400800" cy="10058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520440"/>
            <a:ext cx="10362895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spc="600" kern="0" dirty="0">
                <a:solidFill>
                  <a:srgbClr val="1A10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Creative Studio for Educators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0E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914400"/>
            <a:ext cx="6400800" cy="6400800"/>
          </a:xfrm>
          <a:prstGeom prst="ellipse">
            <a:avLst/>
          </a:prstGeom>
          <a:solidFill>
            <a:srgbClr val="3A1F08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534095" y="3200400"/>
            <a:ext cx="6400800" cy="6400800"/>
          </a:xfrm>
          <a:prstGeom prst="ellipse">
            <a:avLst/>
          </a:prstGeom>
          <a:solidFill>
            <a:srgbClr val="FBBF24">
              <a:alpha val="1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46304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PHILOSOPHY, FIRST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1965960"/>
            <a:ext cx="10545775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Teaching is creative work.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22960" y="4434840"/>
            <a:ext cx="731501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ideas are valuable. Your practice should grow. Great teaching should never disappear into forgotten documents.</a:t>
            </a:r>
            <a:endParaRPr lang="en-US" sz="2000" dirty="0"/>
          </a:p>
        </p:txBody>
      </p:sp>
      <p:pic>
        <p:nvPicPr>
          <p:cNvPr id="7" name="Image 0" descr="/home/runner/workspace/artifacts/ccd-promo/public/cc-m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365760"/>
            <a:ext cx="64008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38404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DESIGNER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0728655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spc="4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/ 22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50A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914400"/>
            <a:ext cx="6400800" cy="6400800"/>
          </a:xfrm>
          <a:prstGeom prst="ellipse">
            <a:avLst/>
          </a:prstGeom>
          <a:solidFill>
            <a:srgbClr val="0D1F4D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534095" y="3200400"/>
            <a:ext cx="6400800" cy="6400800"/>
          </a:xfrm>
          <a:prstGeom prst="ellipse">
            <a:avLst/>
          </a:prstGeom>
          <a:solidFill>
            <a:srgbClr val="A5B4FC">
              <a:alpha val="1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46304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A5B4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IDEAS, CAPTURED FOREVER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1965960"/>
            <a:ext cx="10545775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lose a brilliant idea.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22960" y="4434840"/>
            <a:ext cx="731501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spark, sketch and rehearsal note — captured, tagged, and easy to find again.</a:t>
            </a:r>
            <a:endParaRPr lang="en-US" sz="2000" dirty="0"/>
          </a:p>
        </p:txBody>
      </p:sp>
      <p:pic>
        <p:nvPicPr>
          <p:cNvPr id="7" name="Image 0" descr="/home/runner/workspace/artifacts/ccd-promo/public/cc-m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365760"/>
            <a:ext cx="64008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38404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DESIGNER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0728655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spc="4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/ 22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08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914400"/>
            <a:ext cx="6400800" cy="6400800"/>
          </a:xfrm>
          <a:prstGeom prst="ellipse">
            <a:avLst/>
          </a:prstGeom>
          <a:solidFill>
            <a:srgbClr val="2A1240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534095" y="3200400"/>
            <a:ext cx="6400800" cy="6400800"/>
          </a:xfrm>
          <a:prstGeom prst="ellipse">
            <a:avLst/>
          </a:prstGeom>
          <a:solidFill>
            <a:srgbClr val="C084FC">
              <a:alpha val="1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46304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C084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LIBRARY ONLY YOU CAN BUILD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1965960"/>
            <a:ext cx="10545775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your creative archive.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22960" y="4434840"/>
            <a:ext cx="731501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Activities, rehearsal techniques, reflections, and warmups — preserved, tagged, and always within reach.</a:t>
            </a:r>
            <a:endParaRPr lang="en-US" sz="2000" dirty="0"/>
          </a:p>
        </p:txBody>
      </p:sp>
      <p:pic>
        <p:nvPicPr>
          <p:cNvPr id="7" name="Image 0" descr="/home/runner/workspace/artifacts/ccd-promo/public/cc-m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365760"/>
            <a:ext cx="64008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38404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DESIGNER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0728655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spc="4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/ 22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914400"/>
            <a:ext cx="6400800" cy="6400800"/>
          </a:xfrm>
          <a:prstGeom prst="ellipse">
            <a:avLst/>
          </a:prstGeom>
          <a:solidFill>
            <a:srgbClr val="0C3A3F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534095" y="3200400"/>
            <a:ext cx="6400800" cy="6400800"/>
          </a:xfrm>
          <a:prstGeom prst="ellipse">
            <a:avLst/>
          </a:prstGeom>
          <a:solidFill>
            <a:srgbClr val="5EEAD4">
              <a:alpha val="1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46304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5EEA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CURRICULUM MAPPING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1965960"/>
            <a:ext cx="10545775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connected curriculum.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22960" y="4434840"/>
            <a:ext cx="731501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See how every lesson, skill, and outcome links across the year — and across subjects.</a:t>
            </a:r>
            <a:endParaRPr lang="en-US" sz="2000" dirty="0"/>
          </a:p>
        </p:txBody>
      </p:sp>
      <p:pic>
        <p:nvPicPr>
          <p:cNvPr id="7" name="Image 0" descr="/home/runner/workspace/artifacts/ccd-promo/public/cc-m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365760"/>
            <a:ext cx="64008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38404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DESIGNER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0728655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spc="4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/ 22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509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914400"/>
            <a:ext cx="6400800" cy="6400800"/>
          </a:xfrm>
          <a:prstGeom prst="ellipse">
            <a:avLst/>
          </a:prstGeom>
          <a:solidFill>
            <a:srgbClr val="0A1428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534095" y="3200400"/>
            <a:ext cx="6400800" cy="6400800"/>
          </a:xfrm>
          <a:prstGeom prst="ellipse">
            <a:avLst/>
          </a:prstGeom>
          <a:solidFill>
            <a:srgbClr val="7DD3FC">
              <a:alpha val="1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46304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 WITH INTENTION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1965960"/>
            <a:ext cx="10545775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Rich lessons, designed deliberately.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22960" y="4434840"/>
            <a:ext cx="731501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 activities into shape. Sequence with purpose. Save the structure — keep the soul.</a:t>
            </a:r>
            <a:endParaRPr lang="en-US" sz="2000" dirty="0"/>
          </a:p>
        </p:txBody>
      </p:sp>
      <p:pic>
        <p:nvPicPr>
          <p:cNvPr id="7" name="Image 0" descr="/home/runner/workspace/artifacts/ccd-promo/public/cc-m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365760"/>
            <a:ext cx="64008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38404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DESIGNER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0728655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spc="4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/ 22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906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914400"/>
            <a:ext cx="6400800" cy="6400800"/>
          </a:xfrm>
          <a:prstGeom prst="ellipse">
            <a:avLst/>
          </a:prstGeom>
          <a:solidFill>
            <a:srgbClr val="3A0F1F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534095" y="3200400"/>
            <a:ext cx="6400800" cy="6400800"/>
          </a:xfrm>
          <a:prstGeom prst="ellipse">
            <a:avLst/>
          </a:prstGeom>
          <a:solidFill>
            <a:srgbClr val="FB7185">
              <a:alpha val="1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46304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FB71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 FOR THE ARTS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1965960"/>
            <a:ext cx="10545775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Drama. Dance. Music.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22960" y="4434840"/>
            <a:ext cx="731501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Designed by performing-arts teachers, for the rituals, vocabularies and rehearsal practices of every discipline.</a:t>
            </a:r>
            <a:endParaRPr lang="en-US" sz="2000" dirty="0"/>
          </a:p>
        </p:txBody>
      </p:sp>
      <p:pic>
        <p:nvPicPr>
          <p:cNvPr id="7" name="Image 0" descr="/home/runner/workspace/artifacts/ccd-promo/public/cc-m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365760"/>
            <a:ext cx="64008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38404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DESIGNER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0728655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spc="4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 / 22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0E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914400"/>
            <a:ext cx="6400800" cy="6400800"/>
          </a:xfrm>
          <a:prstGeom prst="ellipse">
            <a:avLst/>
          </a:prstGeom>
          <a:solidFill>
            <a:srgbClr val="3A1F08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534095" y="3200400"/>
            <a:ext cx="6400800" cy="6400800"/>
          </a:xfrm>
          <a:prstGeom prst="ellipse">
            <a:avLst/>
          </a:prstGeom>
          <a:solidFill>
            <a:srgbClr val="FBBF24">
              <a:alpha val="1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46304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CURIOSITY, BY DESIGN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1965960"/>
            <a:ext cx="10545775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Encourage creative thinking.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22960" y="4434840"/>
            <a:ext cx="731501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Open-ended prompts, divergent tasks, and space for the unexpected — the heart of creative pedagogy.</a:t>
            </a:r>
            <a:endParaRPr lang="en-US" sz="2000" dirty="0"/>
          </a:p>
        </p:txBody>
      </p:sp>
      <p:pic>
        <p:nvPicPr>
          <p:cNvPr id="7" name="Image 0" descr="/home/runner/workspace/artifacts/ccd-promo/public/cc-m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365760"/>
            <a:ext cx="64008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38404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DESIGNER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0728655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spc="4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 / 22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50A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914400"/>
            <a:ext cx="6400800" cy="6400800"/>
          </a:xfrm>
          <a:prstGeom prst="ellipse">
            <a:avLst/>
          </a:prstGeom>
          <a:solidFill>
            <a:srgbClr val="0D1F4D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534095" y="3200400"/>
            <a:ext cx="6400800" cy="6400800"/>
          </a:xfrm>
          <a:prstGeom prst="ellipse">
            <a:avLst/>
          </a:prstGeom>
          <a:solidFill>
            <a:srgbClr val="A5B4FC">
              <a:alpha val="1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46304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A5B4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ASSISTANT, NOT A REPLACEMENT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1965960"/>
            <a:ext cx="10545775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that thinks with you.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22960" y="4434840"/>
            <a:ext cx="731501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creative thinking partner — never a replacement for the teacher in the room.</a:t>
            </a:r>
            <a:endParaRPr lang="en-US" sz="2000" dirty="0"/>
          </a:p>
        </p:txBody>
      </p:sp>
      <p:pic>
        <p:nvPicPr>
          <p:cNvPr id="7" name="Image 0" descr="/home/runner/workspace/artifacts/ccd-promo/public/cc-m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365760"/>
            <a:ext cx="64008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38404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DESIGNER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0728655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spc="4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 / 22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6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914400"/>
            <a:ext cx="6400800" cy="6400800"/>
          </a:xfrm>
          <a:prstGeom prst="ellipse">
            <a:avLst/>
          </a:prstGeom>
          <a:solidFill>
            <a:srgbClr val="0C3A3F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534095" y="3200400"/>
            <a:ext cx="6400800" cy="6400800"/>
          </a:xfrm>
          <a:prstGeom prst="ellipse">
            <a:avLst/>
          </a:prstGeom>
          <a:solidFill>
            <a:srgbClr val="5EEAD4">
              <a:alpha val="1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46304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5EEA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ADAPTIVE BY DESIGN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1965960"/>
            <a:ext cx="10545775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Adapt instantly to every learner.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22960" y="4434840"/>
            <a:ext cx="731501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lesson, many pathways — generated and refined at the speed of the room.</a:t>
            </a:r>
            <a:endParaRPr lang="en-US" sz="2000" dirty="0"/>
          </a:p>
        </p:txBody>
      </p:sp>
      <p:pic>
        <p:nvPicPr>
          <p:cNvPr id="7" name="Image 0" descr="/home/runner/workspace/artifacts/ccd-promo/public/cc-m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365760"/>
            <a:ext cx="64008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38404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DESIGNER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0728655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spc="4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/ 22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906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914400"/>
            <a:ext cx="6400800" cy="6400800"/>
          </a:xfrm>
          <a:prstGeom prst="ellipse">
            <a:avLst/>
          </a:prstGeom>
          <a:solidFill>
            <a:srgbClr val="3A0F1F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534095" y="3200400"/>
            <a:ext cx="6400800" cy="6400800"/>
          </a:xfrm>
          <a:prstGeom prst="ellipse">
            <a:avLst/>
          </a:prstGeom>
          <a:solidFill>
            <a:srgbClr val="FB7185">
              <a:alpha val="1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46304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FB71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INCLUSION AT THE CENTRE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1965960"/>
            <a:ext cx="10545775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 every child meaningfully.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22960" y="4434840"/>
            <a:ext cx="731501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Sensory considerations, communication scaffolds, and movement-friendly options — built into the planning surface.</a:t>
            </a:r>
            <a:endParaRPr lang="en-US" sz="2000" dirty="0"/>
          </a:p>
        </p:txBody>
      </p:sp>
      <p:pic>
        <p:nvPicPr>
          <p:cNvPr id="7" name="Image 0" descr="/home/runner/workspace/artifacts/ccd-promo/public/cc-m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365760"/>
            <a:ext cx="64008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38404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DESIGNER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0728655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spc="4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/ 22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0E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914400"/>
            <a:ext cx="6400800" cy="6400800"/>
          </a:xfrm>
          <a:prstGeom prst="ellipse">
            <a:avLst/>
          </a:prstGeom>
          <a:solidFill>
            <a:srgbClr val="3A1F08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534095" y="3200400"/>
            <a:ext cx="6400800" cy="6400800"/>
          </a:xfrm>
          <a:prstGeom prst="ellipse">
            <a:avLst/>
          </a:prstGeom>
          <a:solidFill>
            <a:srgbClr val="FBBF24">
              <a:alpha val="1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46304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DEPTH, NOT SPEED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1965960"/>
            <a:ext cx="10545775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 deeper learning opportunities.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22960" y="4434840"/>
            <a:ext cx="731501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Stretch tasks, metacognitive prompts, and challenge layers — woven naturally through every lesson.</a:t>
            </a:r>
            <a:endParaRPr lang="en-US" sz="2000" dirty="0"/>
          </a:p>
        </p:txBody>
      </p:sp>
      <p:pic>
        <p:nvPicPr>
          <p:cNvPr id="7" name="Image 0" descr="/home/runner/workspace/artifacts/ccd-promo/public/cc-m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365760"/>
            <a:ext cx="64008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38404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DESIGNER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0728655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spc="4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/ 22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208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914400"/>
            <a:ext cx="6400800" cy="6400800"/>
          </a:xfrm>
          <a:prstGeom prst="ellipse">
            <a:avLst/>
          </a:prstGeom>
          <a:solidFill>
            <a:srgbClr val="2A1240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534095" y="3200400"/>
            <a:ext cx="6400800" cy="6400800"/>
          </a:xfrm>
          <a:prstGeom prst="ellipse">
            <a:avLst/>
          </a:prstGeom>
          <a:solidFill>
            <a:srgbClr val="C084FC">
              <a:alpha val="1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46304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C084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THREAD, MANY SUBJECTS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1965960"/>
            <a:ext cx="10545775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 subjects naturally.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22960" y="4434840"/>
            <a:ext cx="731501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single creative thread can run through drama, literacy, history, and beyond — designed deliberately, not by accident.</a:t>
            </a:r>
            <a:endParaRPr lang="en-US" sz="2000" dirty="0"/>
          </a:p>
        </p:txBody>
      </p:sp>
      <p:pic>
        <p:nvPicPr>
          <p:cNvPr id="7" name="Image 0" descr="/home/runner/workspace/artifacts/ccd-promo/public/cc-m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365760"/>
            <a:ext cx="64008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38404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DESIGNER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0728655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spc="4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/ 22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6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914400"/>
            <a:ext cx="6400800" cy="6400800"/>
          </a:xfrm>
          <a:prstGeom prst="ellipse">
            <a:avLst/>
          </a:prstGeom>
          <a:solidFill>
            <a:srgbClr val="0C3A3F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534095" y="3200400"/>
            <a:ext cx="6400800" cy="6400800"/>
          </a:xfrm>
          <a:prstGeom prst="ellipse">
            <a:avLst/>
          </a:prstGeom>
          <a:solidFill>
            <a:srgbClr val="5EEAD4">
              <a:alpha val="1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46304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5EEA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LOOP, NOT A LINE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1965960"/>
            <a:ext cx="10545775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Reflect. Adapt. Improve.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22960" y="4434840"/>
            <a:ext cx="731501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Capture what worked. Refine what didn’t. Each lesson becomes the seed of the next.</a:t>
            </a:r>
            <a:endParaRPr lang="en-US" sz="2000" dirty="0"/>
          </a:p>
        </p:txBody>
      </p:sp>
      <p:pic>
        <p:nvPicPr>
          <p:cNvPr id="7" name="Image 0" descr="/home/runner/workspace/artifacts/ccd-promo/public/cc-m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365760"/>
            <a:ext cx="64008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38404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DESIGNER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0728655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spc="4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/ 22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50A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914400"/>
            <a:ext cx="6400800" cy="6400800"/>
          </a:xfrm>
          <a:prstGeom prst="ellipse">
            <a:avLst/>
          </a:prstGeom>
          <a:solidFill>
            <a:srgbClr val="0D1F4D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534095" y="3200400"/>
            <a:ext cx="6400800" cy="6400800"/>
          </a:xfrm>
          <a:prstGeom prst="ellipse">
            <a:avLst/>
          </a:prstGeom>
          <a:solidFill>
            <a:srgbClr val="A5B4FC">
              <a:alpha val="1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46304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A5B4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SKILLS, SEQUENCED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1965960"/>
            <a:ext cx="10545775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growth over time.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22960" y="4434840"/>
            <a:ext cx="731501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skill builds on the last. Progress becomes visible — not assumed.</a:t>
            </a:r>
            <a:endParaRPr lang="en-US" sz="2000" dirty="0"/>
          </a:p>
        </p:txBody>
      </p:sp>
      <p:pic>
        <p:nvPicPr>
          <p:cNvPr id="7" name="Image 0" descr="/home/runner/workspace/artifacts/ccd-promo/public/cc-m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365760"/>
            <a:ext cx="64008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38404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DESIGNER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0728655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spc="4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/ 22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509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914400"/>
            <a:ext cx="6400800" cy="6400800"/>
          </a:xfrm>
          <a:prstGeom prst="ellipse">
            <a:avLst/>
          </a:prstGeom>
          <a:solidFill>
            <a:srgbClr val="0A1428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534095" y="3200400"/>
            <a:ext cx="6400800" cy="6400800"/>
          </a:xfrm>
          <a:prstGeom prst="ellipse">
            <a:avLst/>
          </a:prstGeom>
          <a:solidFill>
            <a:srgbClr val="7DD3FC">
              <a:alpha val="1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46304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KNOWLEDGE, ON PURPOSE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1965960"/>
            <a:ext cx="10545775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knowledge intentionally.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22960" y="4434840"/>
            <a:ext cx="731501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Sequence what matters. Layer concepts so they hold. Nothing important left to chance.</a:t>
            </a:r>
            <a:endParaRPr lang="en-US" sz="2000" dirty="0"/>
          </a:p>
        </p:txBody>
      </p:sp>
      <p:pic>
        <p:nvPicPr>
          <p:cNvPr id="7" name="Image 0" descr="/home/runner/workspace/artifacts/ccd-promo/public/cc-m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365760"/>
            <a:ext cx="64008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38404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DESIGNER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0728655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spc="4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/ 22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0E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914400"/>
            <a:ext cx="6400800" cy="6400800"/>
          </a:xfrm>
          <a:prstGeom prst="ellipse">
            <a:avLst/>
          </a:prstGeom>
          <a:solidFill>
            <a:srgbClr val="3A1F08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534095" y="3200400"/>
            <a:ext cx="6400800" cy="6400800"/>
          </a:xfrm>
          <a:prstGeom prst="ellipse">
            <a:avLst/>
          </a:prstGeom>
          <a:solidFill>
            <a:srgbClr val="FBBF24">
              <a:alpha val="1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46304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REMIX, DON’T RESTART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1965960"/>
            <a:ext cx="10545775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Inspiration that grows with you.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22960" y="4434840"/>
            <a:ext cx="731501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Old ideas reconnect into new lessons. Your past teaching becomes the soil for what’s next.</a:t>
            </a:r>
            <a:endParaRPr lang="en-US" sz="2000" dirty="0"/>
          </a:p>
        </p:txBody>
      </p:sp>
      <p:pic>
        <p:nvPicPr>
          <p:cNvPr id="7" name="Image 0" descr="/home/runner/workspace/artifacts/ccd-promo/public/cc-m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365760"/>
            <a:ext cx="64008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38404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DESIGNER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0728655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spc="4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/ 22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208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914400"/>
            <a:ext cx="6400800" cy="6400800"/>
          </a:xfrm>
          <a:prstGeom prst="ellipse">
            <a:avLst/>
          </a:prstGeom>
          <a:solidFill>
            <a:srgbClr val="2A1240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534095" y="3200400"/>
            <a:ext cx="6400800" cy="6400800"/>
          </a:xfrm>
          <a:prstGeom prst="ellipse">
            <a:avLst/>
          </a:prstGeom>
          <a:solidFill>
            <a:srgbClr val="C084FC">
              <a:alpha val="1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46304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C084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GROWING ECOSYSTEM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1965960"/>
            <a:ext cx="10545775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Powered by creative communities.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22960" y="4434840"/>
            <a:ext cx="731501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Theatres, orchestras, dance companies, universities and outreach teams — all contributing to a shared, evolving ecosystem of creative practice. Free to use, made together.</a:t>
            </a:r>
            <a:endParaRPr lang="en-US" sz="2000" dirty="0"/>
          </a:p>
        </p:txBody>
      </p:sp>
      <p:pic>
        <p:nvPicPr>
          <p:cNvPr id="7" name="Image 0" descr="/home/runner/workspace/artifacts/ccd-promo/public/cc-m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365760"/>
            <a:ext cx="64008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38404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DESIGNER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0728655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spc="4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 / 22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509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914400"/>
            <a:ext cx="6400800" cy="6400800"/>
          </a:xfrm>
          <a:prstGeom prst="ellipse">
            <a:avLst/>
          </a:prstGeom>
          <a:solidFill>
            <a:srgbClr val="0A1428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534095" y="3200400"/>
            <a:ext cx="6400800" cy="6400800"/>
          </a:xfrm>
          <a:prstGeom prst="ellipse">
            <a:avLst/>
          </a:prstGeom>
          <a:solidFill>
            <a:srgbClr val="7DD3FC">
              <a:alpha val="1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46304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BIGGER PICTURE, ON DEMAND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1965960"/>
            <a:ext cx="10545775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See the bigger learning picture.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22960" y="4434840"/>
            <a:ext cx="731501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Zoom from a single activity to a whole-school view — and back again — without losing context.</a:t>
            </a:r>
            <a:endParaRPr lang="en-US" sz="2000" dirty="0"/>
          </a:p>
        </p:txBody>
      </p:sp>
      <p:pic>
        <p:nvPicPr>
          <p:cNvPr id="7" name="Image 0" descr="/home/runner/workspace/artifacts/ccd-promo/public/cc-m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365760"/>
            <a:ext cx="64008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38404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DESIGNER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0728655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spc="4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 / 22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6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914400"/>
            <a:ext cx="6400800" cy="6400800"/>
          </a:xfrm>
          <a:prstGeom prst="ellipse">
            <a:avLst/>
          </a:prstGeom>
          <a:solidFill>
            <a:srgbClr val="0C3A3F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534095" y="3200400"/>
            <a:ext cx="6400800" cy="6400800"/>
          </a:xfrm>
          <a:prstGeom prst="ellipse">
            <a:avLst/>
          </a:prstGeom>
          <a:solidFill>
            <a:srgbClr val="5EEAD4">
              <a:alpha val="1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46304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5EEA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 WITH CONFIDENCE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1965960"/>
            <a:ext cx="10545775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Beautiful, professional plans.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22960" y="4434840"/>
            <a:ext cx="731501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Export, print, present — for parents, leadership, inspections, and the staffroom wall.</a:t>
            </a:r>
            <a:endParaRPr lang="en-US" sz="2000" dirty="0"/>
          </a:p>
        </p:txBody>
      </p:sp>
      <p:pic>
        <p:nvPicPr>
          <p:cNvPr id="7" name="Image 0" descr="/home/runner/workspace/artifacts/ccd-promo/public/cc-m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365760"/>
            <a:ext cx="64008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38404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DESIGNER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0728655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spc="4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 / 22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50A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914400"/>
            <a:ext cx="6400800" cy="6400800"/>
          </a:xfrm>
          <a:prstGeom prst="ellipse">
            <a:avLst/>
          </a:prstGeom>
          <a:solidFill>
            <a:srgbClr val="0D1F4D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534095" y="3200400"/>
            <a:ext cx="6400800" cy="6400800"/>
          </a:xfrm>
          <a:prstGeom prst="ellipse">
            <a:avLst/>
          </a:prstGeom>
          <a:solidFill>
            <a:srgbClr val="A5B4FC">
              <a:alpha val="1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46304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A5B4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 FROM THE REHEARSAL ROOM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1965960"/>
            <a:ext cx="10545775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 anywhere.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22960" y="4434840"/>
            <a:ext cx="731501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Fully responsive on phone, tablet, and laptop — capture an idea the moment it lands.</a:t>
            </a:r>
            <a:endParaRPr lang="en-US" sz="2000" dirty="0"/>
          </a:p>
        </p:txBody>
      </p:sp>
      <p:pic>
        <p:nvPicPr>
          <p:cNvPr id="7" name="Image 0" descr="/home/runner/workspace/artifacts/ccd-promo/public/cc-m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365760"/>
            <a:ext cx="64008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38404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DESIGNER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0728655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spc="4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 / 22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public/ccdesigner-wordm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895448" y="2148840"/>
            <a:ext cx="6400800" cy="10058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520440"/>
            <a:ext cx="10362895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spc="600" kern="0" dirty="0">
                <a:solidFill>
                  <a:srgbClr val="1A10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Design, deliver, and review your curriculum — made easy.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914400" y="5760720"/>
            <a:ext cx="103628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800" kern="0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ccdesigner.app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CCDesigner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CCDesigner Promo</dc:title>
  <dc:subject>Promo deck — Creative Curriculum Designer</dc:subject>
  <dc:creator>PptxGenJS</dc:creator>
  <cp:lastModifiedBy>PptxGenJS</cp:lastModifiedBy>
  <cp:revision>1</cp:revision>
  <dcterms:created xsi:type="dcterms:W3CDTF">2026-05-10T07:49:46Z</dcterms:created>
  <dcterms:modified xsi:type="dcterms:W3CDTF">2026-05-10T07:49:46Z</dcterms:modified>
</cp:coreProperties>
</file>