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FB"/>
          </a:solidFill>
          <a:ln w="12700">
            <a:solidFill>
              <a:srgbClr val="F4F1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1463040"/>
            <a:ext cx="2560320" cy="2194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393192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CREATIVE STUDIO FOR EDUCATORS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4400" y="438912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CCDesigner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1371600" y="5440680"/>
            <a:ext cx="9448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creative studio for educators — where great teaching is captured, refined, and never lost.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PHILOSOPHY, FIRST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is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work.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ideas are valuable. Your practice should grow. Great teaching should never disappear into forgotten documents.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8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IDEAS, CAPTURED FOREVER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60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lose a brilliant idea.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1054577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warm-up, rehearsal note, and lesson spark — captured the moment it happens, and ready to use again.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ONLY YOU CAN BUILD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creative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Activities, rehearsal techniques, reflections, and warm-ups — preserved, tagged, and always within reach.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MAPPING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connected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journeys.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every lesson, skill, and outcome links across the year — and across subjects.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WITH INTENTION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lessons,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minutes.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activities into shape. Sequence with purpose. Save the structure — keep the soul.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ARTS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Drama. Dance.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by performing-arts teachers, for the rituals, vocabularies and rehearsal practices of every discipline.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8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CURIOSITY, BY DESIGN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</a:t>
            </a:r>
            <a:pPr algn="ctr" indent="0" marL="0">
              <a:spcAft>
                <a:spcPts val="200"/>
              </a:spcAft>
              <a:buNone/>
            </a:pPr>
            <a:r>
              <a:rPr lang="en-US" sz="6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curiosity</a:t>
            </a:r>
            <a:pPr algn="ctr" indent="0" marL="0">
              <a:spcAft>
                <a:spcPts val="200"/>
              </a:spcAft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imagination.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1054577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moments of wonder, risk-taking, and play — woven into every learning sequence.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ASSISTANT, NOT A REPLACEMENT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amplifies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thinking.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creative thinking partner — never a replacement for the teacher in the room.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BY DESIGN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instantly for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learners.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lesson, many pathways — generated and refined at the speed of the room.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AT THE CENTRE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every child </a:t>
            </a:r>
            <a:pPr algn="ctr" indent="0" marL="0">
              <a:spcAft>
                <a:spcPts val="200"/>
              </a:spcAft>
              <a:buNone/>
            </a:pPr>
            <a:r>
              <a:rPr lang="en-US" sz="6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meaningfully.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1054577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Sensory considerations, communication scaffolds, and movement-friendly options — built into the planning surface.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DEPTH, NOT SPEED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learning opportunities.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tasks, metacognitive prompts, and challenge layers — woven naturally through every lesson.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THREAD, MANY SUBJECTS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naturally.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creative thread can run through drama, literacy, history, and beyond — designed deliberately, not by accident.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LOOP, NOT A LINE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Reflect. Adapt.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what worked. Refine what didn't. Each lesson becomes the seed of the next.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SEQUENCED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time.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skill builds on the last. Progress becomes visible — not assumed.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KNOWLEDGE, ON PURPOSE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knowledge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intentionally.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what matters. Layer concepts so they hold. Nothing important left to chance.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REMIX, DON'T RESTART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 that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with you.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ideas reconnect into new lessons. Your past teaching becomes the soil for what's next.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GROWING ECOSYSTEM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communities.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Theatres, orchestras, dance companies, universities and outreach teams — all contributing to a shared, evolving ecosystem of creative practice. Free to use, made together.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PICTURE, ON DEMAND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learning picture.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from a single activity to a whole-school view — and back again — without losing context.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WITH CONFIDENCE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Beautiful,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plans.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Export, print, present — for parents, leadership, inspections, and the staffroom wall.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820"/>
          </a:solidFill>
          <a:ln w="12700">
            <a:solidFill>
              <a:srgbClr val="0B0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924602" cy="6858000"/>
          </a:xfrm>
          <a:prstGeom prst="rect">
            <a:avLst/>
          </a:prstGeom>
          <a:solidFill>
            <a:srgbClr val="120F2E">
              <a:alpha val="75000"/>
            </a:srgbClr>
          </a:solidFill>
          <a:ln w="12700">
            <a:solidFill>
              <a:srgbClr val="120F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3200400"/>
            <a:ext cx="7315200" cy="73152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34095" y="-2743200"/>
            <a:ext cx="6400800" cy="6400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FROM THE REHEARSAL ROOM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054577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</a:t>
            </a:r>
            <a:pPr algn="l" indent="0" marL="0">
              <a:spcAft>
                <a:spcPts val="200"/>
              </a:spcAft>
              <a:buNone/>
            </a:pPr>
            <a:r>
              <a:rPr lang="en-US" sz="5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822570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D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responsive on phone, tablet, and laptop — capture an idea the moment it lands.</a:t>
            </a:r>
            <a:endParaRPr lang="en-US" sz="1800" dirty="0"/>
          </a:p>
        </p:txBody>
      </p:sp>
      <p:pic>
        <p:nvPicPr>
          <p:cNvPr id="9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1463040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FB"/>
          </a:solidFill>
          <a:ln w="12700">
            <a:solidFill>
              <a:srgbClr val="F4F1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1463040"/>
            <a:ext cx="2560320" cy="2194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393192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4400" y="438912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CCDesigner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1371600" y="5440680"/>
            <a:ext cx="9448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creativecurriculumdesigner.com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11535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8B8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Creative Curriculum Designer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Curriculum Designer — Promo</dc:title>
  <dc:subject>Editable pitch deck mirroring the 22-scene CCDesigner promo</dc:subject>
  <dc:creator>Creative Curriculum Designer</dc:creator>
  <cp:lastModifiedBy>Creative Curriculum Designer</cp:lastModifiedBy>
  <cp:revision>1</cp:revision>
  <dcterms:created xsi:type="dcterms:W3CDTF">2026-05-10T08:18:21Z</dcterms:created>
  <dcterms:modified xsi:type="dcterms:W3CDTF">2026-05-10T08:18:21Z</dcterms:modified>
</cp:coreProperties>
</file>