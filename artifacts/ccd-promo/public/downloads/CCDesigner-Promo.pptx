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 of 22 — CCDesigner — A Creative Studio for Educators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 of 22 — Teaching is creative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3 of 22 — Never lose a brilliant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4 of 22 — Build your creative archive.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5 of 22 — Build connected learning journeys.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of 22 — Rich lessons, built in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7 of 22 — Drama. Dance.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8 of 22 — Encourage curiosity and imagination.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9 of 22 — AI that amplifies your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10 of 22 — Adapt instantly for different learners.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11 of 22 — Support every child meaningfully.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12 of 22 — Create deeper learning opportunities.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13 of 22 — Connect subjects naturally.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14 of 22 — Reflect. Adapt. Improve.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15 of 22 — Track growth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16 of 22 — Build knowledge intentionally.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17 of 22 — Inspiration that grows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18 of 22 — Powered by creative communities.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19 of 22 — See the bigger learning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20 of 22 — Beautiful, professional plans.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21 of 22 — Plan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22 of 22 — CCDesigner —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Creative Curriculum Designer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Curriculum Designer — Promo</dc:title>
  <dc:subject>Promo deck mirroring the 22-scene promo video</dc:subject>
  <dc:creator>Creative Curriculum Designer</dc:creator>
  <cp:lastModifiedBy>Creative Curriculum Designer</cp:lastModifiedBy>
  <cp:revision>1</cp:revision>
  <dcterms:created xsi:type="dcterms:W3CDTF">2026-05-10T07:58:46Z</dcterms:created>
  <dcterms:modified xsi:type="dcterms:W3CDTF">2026-05-10T07:58:46Z</dcterms:modified>
</cp:coreProperties>
</file>