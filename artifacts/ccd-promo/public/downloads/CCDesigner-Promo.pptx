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F5F2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" name="Image 0" descr="/home/runner/workspace/artifacts/ccd-promo/public/cc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371600"/>
            <a:ext cx="237744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576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CREATIVE STUDIO FOR EDUCATORS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371600" y="5349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4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great teaching is captured, refined, and never lost.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547208" y="5989320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0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3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3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3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025396" cy="384048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025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PHILOSOPHY,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is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work.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ideas are valuable. Your practice should grow. Great teaching should never disappear into forgotten documents.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A5B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5B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33392" y="169164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A5B4FC">
              <a:alpha val="18000"/>
            </a:srgbClr>
          </a:solidFill>
          <a:ln w="6350">
            <a:solidFill>
              <a:srgbClr val="A5B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3392" y="169164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IDEAS, CAPTURED FOREVER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brilliant idea.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4543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warm-up, rehearsal note, and lesson spark — captured the moment it happens, ready to use again.</a:t>
            </a:r>
            <a:endParaRPr lang="en-US" sz="1800" dirty="0"/>
          </a:p>
        </p:txBody>
      </p:sp>
      <p:pic>
        <p:nvPicPr>
          <p:cNvPr id="10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C08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08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C084FC">
              <a:alpha val="18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ONLY YOU CAN BUILD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creative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rehearsal techniques, reflections, and warm-ups — preserved, tagged, and always within reach.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5EEAD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EEAD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5EEAD4">
              <a:alpha val="18000"/>
            </a:srgbClr>
          </a:solidFill>
          <a:ln w="635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MAPPING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connected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journeys.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every lesson, skill, and outcome links across the year — and across subjects.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7DD3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025396" cy="384048"/>
          </a:xfrm>
          <a:prstGeom prst="roundRect">
            <a:avLst>
              <a:gd name="adj" fmla="val 50000"/>
            </a:avLst>
          </a:prstGeom>
          <a:solidFill>
            <a:srgbClr val="7DD3FC">
              <a:alpha val="18000"/>
            </a:srgbClr>
          </a:solidFill>
          <a:ln w="6350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025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INTENTION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lessons,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minutes.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activities into shape. Sequence with purpose. Save the structure — keep the soul.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FB7185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718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FB7185">
              <a:alpha val="18000"/>
            </a:srgbClr>
          </a:solidFill>
          <a:ln w="6350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Drama. Dance.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performing-arts teachers, for the rituals, vocabularies and rehearsal practices of every discipline.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44288" y="16916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4288" y="16916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CURIOSITY, BY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0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</a:t>
            </a:r>
            <a:pPr algn="ctr" indent="0" marL="0">
              <a:spcAft>
                <a:spcPts val="200"/>
              </a:spcAft>
              <a:buNone/>
            </a:pPr>
            <a:r>
              <a:rPr lang="en-US" sz="6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pPr algn="ctr" indent="0" marL="0">
              <a:spcAft>
                <a:spcPts val="200"/>
              </a:spcAft>
              <a:buNone/>
            </a:pPr>
            <a:r>
              <a:rPr lang="en-US" sz="60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imagination.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4543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moments of wonder, risk-taking, and play — woven into every learning sequence.</a:t>
            </a:r>
            <a:endParaRPr lang="en-US" sz="1800" dirty="0"/>
          </a:p>
        </p:txBody>
      </p:sp>
      <p:pic>
        <p:nvPicPr>
          <p:cNvPr id="10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A5B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5B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958084" cy="384048"/>
          </a:xfrm>
          <a:prstGeom prst="roundRect">
            <a:avLst>
              <a:gd name="adj" fmla="val 50000"/>
            </a:avLst>
          </a:prstGeom>
          <a:solidFill>
            <a:srgbClr val="A5B4FC">
              <a:alpha val="18000"/>
            </a:srgbClr>
          </a:solidFill>
          <a:ln w="6350">
            <a:solidFill>
              <a:srgbClr val="A5B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9580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ASSISTANT, NOT A REPLACEMENT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thinking.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creative thinking partner — never a replacement for the teacher in the room.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5EEAD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EEAD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5EEAD4">
              <a:alpha val="18000"/>
            </a:srgbClr>
          </a:solidFill>
          <a:ln w="635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BY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instantly for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learners.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lesson, many pathways — generated and refined at the speed of the room.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FB7185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718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27702" y="1691640"/>
            <a:ext cx="2336292" cy="384048"/>
          </a:xfrm>
          <a:prstGeom prst="roundRect">
            <a:avLst>
              <a:gd name="adj" fmla="val 50000"/>
            </a:avLst>
          </a:prstGeom>
          <a:solidFill>
            <a:srgbClr val="FB7185">
              <a:alpha val="18000"/>
            </a:srgbClr>
          </a:solidFill>
          <a:ln w="6350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7702" y="1691640"/>
            <a:ext cx="23362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AT THE CENTRE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0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every child </a:t>
            </a:r>
            <a:pPr algn="ctr" indent="0" marL="0">
              <a:spcAft>
                <a:spcPts val="200"/>
              </a:spcAft>
              <a:buNone/>
            </a:pPr>
            <a:r>
              <a:rPr lang="en-US" sz="6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4543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considerations, communication scaffolds, and movement-friendly options — built into the planning surface.</a:t>
            </a:r>
            <a:endParaRPr lang="en-US" sz="1800" dirty="0"/>
          </a:p>
        </p:txBody>
      </p:sp>
      <p:pic>
        <p:nvPicPr>
          <p:cNvPr id="10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NOT SPEED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opportunities.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tasks, metacognitive prompts, and challenge layers — woven naturally through every lesson.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C08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08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491740" cy="384048"/>
          </a:xfrm>
          <a:prstGeom prst="roundRect">
            <a:avLst>
              <a:gd name="adj" fmla="val 50000"/>
            </a:avLst>
          </a:prstGeom>
          <a:solidFill>
            <a:srgbClr val="C084FC">
              <a:alpha val="18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491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THREAD, MANY SUBJECTS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naturally.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creative thread can run through drama, literacy, history, and beyond — designed deliberately, not by accident.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5EEAD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EEAD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5EEAD4">
              <a:alpha val="18000"/>
            </a:srgbClr>
          </a:solidFill>
          <a:ln w="635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LOOP, NOT A 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Reflect. Adapt.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what worked. Refine what didn't. Each lesson becomes the seed of the next.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A5B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5B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A5B4FC">
              <a:alpha val="18000"/>
            </a:srgbClr>
          </a:solidFill>
          <a:ln w="6350">
            <a:solidFill>
              <a:srgbClr val="A5B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8699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SEQUENCED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time.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builds on the last. Progress becomes visible — not assumed.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7DD3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180844" cy="384048"/>
          </a:xfrm>
          <a:prstGeom prst="roundRect">
            <a:avLst>
              <a:gd name="adj" fmla="val 50000"/>
            </a:avLst>
          </a:prstGeom>
          <a:solidFill>
            <a:srgbClr val="7DD3FC">
              <a:alpha val="18000"/>
            </a:srgbClr>
          </a:solidFill>
          <a:ln w="6350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808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ON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knowledge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what matters. Layer concepts so they hold. Nothing important left to chance.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REMIX, DON'T RESTART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that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ideas reconnect into new lessons. Your past teaching becomes the soil for what's next.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 EFFECT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C08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08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025396" cy="384048"/>
          </a:xfrm>
          <a:prstGeom prst="roundRect">
            <a:avLst>
              <a:gd name="adj" fmla="val 50000"/>
            </a:avLst>
          </a:prstGeom>
          <a:solidFill>
            <a:srgbClr val="C084FC">
              <a:alpha val="18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025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ECOSYSTEM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communities.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Theatres, orchestras, dance companies, universities and outreach teams — all contributing to a shared, evolving ecosystem of creative practice. Free to use, made together.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7DD3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491740" cy="384048"/>
          </a:xfrm>
          <a:prstGeom prst="roundRect">
            <a:avLst>
              <a:gd name="adj" fmla="val 50000"/>
            </a:avLst>
          </a:prstGeom>
          <a:solidFill>
            <a:srgbClr val="7DD3FC">
              <a:alpha val="18000"/>
            </a:srgbClr>
          </a:solidFill>
          <a:ln w="6350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491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PICTURE, ON DEMAND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picture.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from a single activity to a whole-school view — and back again — without losing context.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5EEAD4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EEAD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180844" cy="384048"/>
          </a:xfrm>
          <a:prstGeom prst="roundRect">
            <a:avLst>
              <a:gd name="adj" fmla="val 50000"/>
            </a:avLst>
          </a:prstGeom>
          <a:solidFill>
            <a:srgbClr val="5EEAD4">
              <a:alpha val="18000"/>
            </a:srgbClr>
          </a:solidFill>
          <a:ln w="6350">
            <a:solidFill>
              <a:srgbClr val="5EEAD4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808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CONFIDENCE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Beautiful,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plans.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Export, print, present — for parents, leadership, inspections, and the staffroom wall.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120F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017520"/>
            <a:ext cx="7772400" cy="77724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02575" y="-2926080"/>
            <a:ext cx="6949440" cy="6949440"/>
          </a:xfrm>
          <a:prstGeom prst="ellipse">
            <a:avLst/>
          </a:prstGeom>
          <a:solidFill>
            <a:srgbClr val="A5B4FC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5B4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A5B4FC">
              <a:alpha val="18000"/>
            </a:srgbClr>
          </a:solidFill>
          <a:ln w="6350">
            <a:solidFill>
              <a:srgbClr val="A5B4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FROM THE REHEARSAL ROOM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0454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F5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</a:t>
            </a:r>
            <a:pPr algn="l" indent="0" marL="0">
              <a:spcAft>
                <a:spcPts val="200"/>
              </a:spcAft>
              <a:buNone/>
            </a:pPr>
            <a:r>
              <a:rPr lang="en-US" sz="5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822960" cy="54864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815438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D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on phone, tablet, and laptop — capture an idea the moment it lands.</a:t>
            </a:r>
            <a:endParaRPr lang="en-US" sz="1800" dirty="0"/>
          </a:p>
        </p:txBody>
      </p:sp>
      <p:pic>
        <p:nvPicPr>
          <p:cNvPr id="11" name="Image 0" descr="/home/runner/workspace/artifacts/ccd-promo/public/ccdesigner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554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1A3A"/>
          </a:solidFill>
          <a:ln w="9525">
            <a:solidFill>
              <a:srgbClr val="3A34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9848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9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F5F2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" name="Image 0" descr="/home/runner/workspace/artifacts/ccd-promo/public/cc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1554480"/>
            <a:ext cx="201168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5204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STUDIO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547208" y="5029200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774375" y="41148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0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74375" y="411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3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Curriculum Designer</a:t>
            </a:r>
            <a:pPr algn="l" indent="0" marL="0">
              <a:buNone/>
            </a:pPr>
            <a:r>
              <a:rPr lang="en-US" sz="900" spc="200" kern="0" dirty="0">
                <a:solidFill>
                  <a:srgbClr val="83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83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creativecurriculumdesigner.com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Creative Curriculum Designer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Curriculum Designer — Pitch Deck</dc:title>
  <dc:subject>Editable 22-slide pitch deck</dc:subject>
  <dc:creator>Creative Curriculum Designer</dc:creator>
  <cp:lastModifiedBy>Creative Curriculum Designer</cp:lastModifiedBy>
  <cp:revision>1</cp:revision>
  <dcterms:created xsi:type="dcterms:W3CDTF">2026-05-10T18:47:42Z</dcterms:created>
  <dcterms:modified xsi:type="dcterms:W3CDTF">2026-05-10T18:47:42Z</dcterms:modified>
</cp:coreProperties>
</file>