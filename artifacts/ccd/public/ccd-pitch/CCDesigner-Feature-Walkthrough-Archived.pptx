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6a813f96da41aa" /><Relationship Type="http://schemas.openxmlformats.org/officeDocument/2006/relationships/extended-properties" Target="/docProps/app.xml" Id="Ra386c05582154c3d" /><Relationship Type="http://schemas.openxmlformats.org/officeDocument/2006/relationships/officeDocument" Target="/ppt/presentation.xml" Id="R7b58a551758647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6d1e9efd4c4b2b"/>
  </p:sldMasterIdLst>
  <p:notesMasterIdLst>
    <p:notesMasterId xmlns:r="http://schemas.openxmlformats.org/officeDocument/2006/relationships" r:id="R9c6ede6c23fe4c49"/>
  </p:notesMasterIdLst>
  <p:sldIdLst>
    <p:sldId xmlns:r="http://schemas.openxmlformats.org/officeDocument/2006/relationships" id="256" r:id="R5085d499d0fd42fa"/>
    <p:sldId xmlns:r="http://schemas.openxmlformats.org/officeDocument/2006/relationships" id="257" r:id="R84f548ed1d3241ea"/>
    <p:sldId xmlns:r="http://schemas.openxmlformats.org/officeDocument/2006/relationships" id="258" r:id="R92144a66860545a0"/>
    <p:sldId xmlns:r="http://schemas.openxmlformats.org/officeDocument/2006/relationships" id="259" r:id="Ra1b452252b46405c"/>
    <p:sldId xmlns:r="http://schemas.openxmlformats.org/officeDocument/2006/relationships" id="260" r:id="Re7ddd09a99324880"/>
    <p:sldId xmlns:r="http://schemas.openxmlformats.org/officeDocument/2006/relationships" id="261" r:id="R1343ffa4373b417a"/>
    <p:sldId xmlns:r="http://schemas.openxmlformats.org/officeDocument/2006/relationships" id="262" r:id="R079febe8da47479a"/>
    <p:sldId xmlns:r="http://schemas.openxmlformats.org/officeDocument/2006/relationships" id="263" r:id="R3a98bcbe43e14e35"/>
    <p:sldId xmlns:r="http://schemas.openxmlformats.org/officeDocument/2006/relationships" id="264" r:id="R590505444e544ab3"/>
    <p:sldId xmlns:r="http://schemas.openxmlformats.org/officeDocument/2006/relationships" id="265" r:id="R70d3f2c14c49404e"/>
    <p:sldId xmlns:r="http://schemas.openxmlformats.org/officeDocument/2006/relationships" id="266" r:id="Re7538ad4f14c494d"/>
    <p:sldId xmlns:r="http://schemas.openxmlformats.org/officeDocument/2006/relationships" id="267" r:id="Rff0f23cf00644924"/>
    <p:sldId xmlns:r="http://schemas.openxmlformats.org/officeDocument/2006/relationships" id="268" r:id="Re88447b92a004f7b"/>
    <p:sldId xmlns:r="http://schemas.openxmlformats.org/officeDocument/2006/relationships" id="269" r:id="R4bbbf5877fb24bbc"/>
    <p:sldId xmlns:r="http://schemas.openxmlformats.org/officeDocument/2006/relationships" id="270" r:id="Rf6ce1099150c4733"/>
    <p:sldId xmlns:r="http://schemas.openxmlformats.org/officeDocument/2006/relationships" id="271" r:id="Rb678558e601441d4"/>
    <p:sldId xmlns:r="http://schemas.openxmlformats.org/officeDocument/2006/relationships" id="272" r:id="Rfb64485c30d84ffb"/>
    <p:sldId xmlns:r="http://schemas.openxmlformats.org/officeDocument/2006/relationships" id="273" r:id="Re69d084afdbf4e92"/>
    <p:sldId xmlns:r="http://schemas.openxmlformats.org/officeDocument/2006/relationships" id="274" r:id="R738accbef75b4b1b"/>
    <p:sldId xmlns:r="http://schemas.openxmlformats.org/officeDocument/2006/relationships" id="275" r:id="R3f652ed47cb34b90"/>
    <p:sldId xmlns:r="http://schemas.openxmlformats.org/officeDocument/2006/relationships" id="276" r:id="R0ce6482b97014af1"/>
    <p:sldId xmlns:r="http://schemas.openxmlformats.org/officeDocument/2006/relationships" id="277" r:id="Ra4810632c9cb4780"/>
    <p:sldId xmlns:r="http://schemas.openxmlformats.org/officeDocument/2006/relationships" id="278" r:id="R5d32d521b053452a"/>
    <p:sldId xmlns:r="http://schemas.openxmlformats.org/officeDocument/2006/relationships" id="279" r:id="R6222d214a3b744e5"/>
    <p:sldId xmlns:r="http://schemas.openxmlformats.org/officeDocument/2006/relationships" id="280" r:id="R3005fd71bf5245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6d1e9efd4c4b2b" /><Relationship Type="http://schemas.openxmlformats.org/officeDocument/2006/relationships/theme" Target="/ppt/theme/theme1.xml" Id="Rf2a35d67f9044dc4" /><Relationship Type="http://schemas.openxmlformats.org/officeDocument/2006/relationships/notesMaster" Target="/ppt/notesMasters/notesMaster1.xml" Id="R9c6ede6c23fe4c49" /><Relationship Type="http://schemas.openxmlformats.org/officeDocument/2006/relationships/presProps" Target="/ppt/presProps.xml" Id="R2e6af309196d4607" /><Relationship Type="http://schemas.openxmlformats.org/officeDocument/2006/relationships/viewProps" Target="/ppt/viewProps.xml" Id="R75f00f0039884da2" /><Relationship Type="http://schemas.openxmlformats.org/officeDocument/2006/relationships/tableStyles" Target="/ppt/tableStyles.xml" Id="R2f01a3d66f264772" /><Relationship Type="http://schemas.openxmlformats.org/officeDocument/2006/relationships/slide" Target="/ppt/slides/slide1.xml" Id="R5085d499d0fd42fa" /><Relationship Type="http://schemas.openxmlformats.org/officeDocument/2006/relationships/slide" Target="/ppt/slides/slide2.xml" Id="R84f548ed1d3241ea" /><Relationship Type="http://schemas.openxmlformats.org/officeDocument/2006/relationships/slide" Target="/ppt/slides/slide3.xml" Id="R92144a66860545a0" /><Relationship Type="http://schemas.openxmlformats.org/officeDocument/2006/relationships/slide" Target="/ppt/slides/slide4.xml" Id="Ra1b452252b46405c" /><Relationship Type="http://schemas.openxmlformats.org/officeDocument/2006/relationships/slide" Target="/ppt/slides/slide5.xml" Id="Re7ddd09a99324880" /><Relationship Type="http://schemas.openxmlformats.org/officeDocument/2006/relationships/slide" Target="/ppt/slides/slide6.xml" Id="R1343ffa4373b417a" /><Relationship Type="http://schemas.openxmlformats.org/officeDocument/2006/relationships/slide" Target="/ppt/slides/slide7.xml" Id="R079febe8da47479a" /><Relationship Type="http://schemas.openxmlformats.org/officeDocument/2006/relationships/slide" Target="/ppt/slides/slide8.xml" Id="R3a98bcbe43e14e35" /><Relationship Type="http://schemas.openxmlformats.org/officeDocument/2006/relationships/slide" Target="/ppt/slides/slide9.xml" Id="R590505444e544ab3" /><Relationship Type="http://schemas.openxmlformats.org/officeDocument/2006/relationships/slide" Target="/ppt/slides/slide10.xml" Id="R70d3f2c14c49404e" /><Relationship Type="http://schemas.openxmlformats.org/officeDocument/2006/relationships/slide" Target="/ppt/slides/slide11.xml" Id="Re7538ad4f14c494d" /><Relationship Type="http://schemas.openxmlformats.org/officeDocument/2006/relationships/slide" Target="/ppt/slides/slide12.xml" Id="Rff0f23cf00644924" /><Relationship Type="http://schemas.openxmlformats.org/officeDocument/2006/relationships/slide" Target="/ppt/slides/slide13.xml" Id="Re88447b92a004f7b" /><Relationship Type="http://schemas.openxmlformats.org/officeDocument/2006/relationships/slide" Target="/ppt/slides/slide14.xml" Id="R4bbbf5877fb24bbc" /><Relationship Type="http://schemas.openxmlformats.org/officeDocument/2006/relationships/slide" Target="/ppt/slides/slide15.xml" Id="Rf6ce1099150c4733" /><Relationship Type="http://schemas.openxmlformats.org/officeDocument/2006/relationships/slide" Target="/ppt/slides/slide16.xml" Id="Rb678558e601441d4" /><Relationship Type="http://schemas.openxmlformats.org/officeDocument/2006/relationships/slide" Target="/ppt/slides/slide17.xml" Id="Rfb64485c30d84ffb" /><Relationship Type="http://schemas.openxmlformats.org/officeDocument/2006/relationships/slide" Target="/ppt/slides/slide18.xml" Id="Re69d084afdbf4e92" /><Relationship Type="http://schemas.openxmlformats.org/officeDocument/2006/relationships/slide" Target="/ppt/slides/slide19.xml" Id="R738accbef75b4b1b" /><Relationship Type="http://schemas.openxmlformats.org/officeDocument/2006/relationships/slide" Target="/ppt/slides/slide20.xml" Id="R3f652ed47cb34b90" /><Relationship Type="http://schemas.openxmlformats.org/officeDocument/2006/relationships/slide" Target="/ppt/slides/slide21.xml" Id="R0ce6482b97014af1" /><Relationship Type="http://schemas.openxmlformats.org/officeDocument/2006/relationships/slide" Target="/ppt/slides/slide22.xml" Id="Ra4810632c9cb4780" /><Relationship Type="http://schemas.openxmlformats.org/officeDocument/2006/relationships/slide" Target="/ppt/slides/slide23.xml" Id="R5d32d521b053452a" /><Relationship Type="http://schemas.openxmlformats.org/officeDocument/2006/relationships/slide" Target="/ppt/slides/slide24.xml" Id="R6222d214a3b744e5" /><Relationship Type="http://schemas.openxmlformats.org/officeDocument/2006/relationships/slide" Target="/ppt/slides/slide25.xml" Id="R3005fd71bf5245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5a0d577c8ee49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1c5dedb5754bab" /><Relationship Type="http://schemas.openxmlformats.org/officeDocument/2006/relationships/notesMaster" Target="/ppt/notesMasters/notesMaster1.xml" Id="R9313e5fd314c43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f637da382a49b2" /><Relationship Type="http://schemas.openxmlformats.org/officeDocument/2006/relationships/notesMaster" Target="/ppt/notesMasters/notesMaster1.xml" Id="Rb5509457544849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1078ebb8d4409e" /><Relationship Type="http://schemas.openxmlformats.org/officeDocument/2006/relationships/notesMaster" Target="/ppt/notesMasters/notesMaster1.xml" Id="R45b18e3ee8714f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58649951c54168" /><Relationship Type="http://schemas.openxmlformats.org/officeDocument/2006/relationships/notesMaster" Target="/ppt/notesMasters/notesMaster1.xml" Id="Rfb040e5f85df44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0cdc1ef3614d00" /><Relationship Type="http://schemas.openxmlformats.org/officeDocument/2006/relationships/notesMaster" Target="/ppt/notesMasters/notesMaster1.xml" Id="R2862779ecc8149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0015f202ed4ef3" /><Relationship Type="http://schemas.openxmlformats.org/officeDocument/2006/relationships/notesMaster" Target="/ppt/notesMasters/notesMaster1.xml" Id="R7a6d4939a86849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bdb13f18874e48" /><Relationship Type="http://schemas.openxmlformats.org/officeDocument/2006/relationships/notesMaster" Target="/ppt/notesMasters/notesMaster1.xml" Id="Rf9c2370faa3146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d1e4ab7ac940bd" /><Relationship Type="http://schemas.openxmlformats.org/officeDocument/2006/relationships/notesMaster" Target="/ppt/notesMasters/notesMaster1.xml" Id="R939ec7f78ffa41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3675c0956247b5" /><Relationship Type="http://schemas.openxmlformats.org/officeDocument/2006/relationships/notesMaster" Target="/ppt/notesMasters/notesMaster1.xml" Id="R88df8f36721047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121eb1c9d44e00" /><Relationship Type="http://schemas.openxmlformats.org/officeDocument/2006/relationships/notesMaster" Target="/ppt/notesMasters/notesMaster1.xml" Id="Rcce5930f8b984c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7cb8dfe25c486c" /><Relationship Type="http://schemas.openxmlformats.org/officeDocument/2006/relationships/notesMaster" Target="/ppt/notesMasters/notesMaster1.xml" Id="Raada85abaab44e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049ae7180d4260" /><Relationship Type="http://schemas.openxmlformats.org/officeDocument/2006/relationships/notesMaster" Target="/ppt/notesMasters/notesMaster1.xml" Id="R294097e5a70346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e7dbc3f2f24a07" /><Relationship Type="http://schemas.openxmlformats.org/officeDocument/2006/relationships/notesMaster" Target="/ppt/notesMasters/notesMaster1.xml" Id="Rc7d833590dc644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d864da29ee4969" /><Relationship Type="http://schemas.openxmlformats.org/officeDocument/2006/relationships/notesMaster" Target="/ppt/notesMasters/notesMaster1.xml" Id="Rdc32004a1acf4f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7a93015b8984e14" /><Relationship Type="http://schemas.openxmlformats.org/officeDocument/2006/relationships/notesMaster" Target="/ppt/notesMasters/notesMaster1.xml" Id="Re357a57072cc46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64c2632242b47a9" /><Relationship Type="http://schemas.openxmlformats.org/officeDocument/2006/relationships/notesMaster" Target="/ppt/notesMasters/notesMaster1.xml" Id="R262109cd1e494f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7436951f3dd491f" /><Relationship Type="http://schemas.openxmlformats.org/officeDocument/2006/relationships/notesMaster" Target="/ppt/notesMasters/notesMaster1.xml" Id="Rc3a340a1ccf14a9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62e7a429e3c4036" /><Relationship Type="http://schemas.openxmlformats.org/officeDocument/2006/relationships/notesMaster" Target="/ppt/notesMasters/notesMaster1.xml" Id="Rf3607c4e27e342f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916d2b31304ddf" /><Relationship Type="http://schemas.openxmlformats.org/officeDocument/2006/relationships/notesMaster" Target="/ppt/notesMasters/notesMaster1.xml" Id="R94e00ab6d07a493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204c9aefa7447bf" /><Relationship Type="http://schemas.openxmlformats.org/officeDocument/2006/relationships/notesMaster" Target="/ppt/notesMasters/notesMaster1.xml" Id="R19b596f38cdb404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49350455254906" /><Relationship Type="http://schemas.openxmlformats.org/officeDocument/2006/relationships/notesMaster" Target="/ppt/notesMasters/notesMaster1.xml" Id="R406b6e312a21468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5078e1ccff34b27" /><Relationship Type="http://schemas.openxmlformats.org/officeDocument/2006/relationships/notesMaster" Target="/ppt/notesMasters/notesMaster1.xml" Id="R2da961e06bc1443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f75dee4776e4487" /><Relationship Type="http://schemas.openxmlformats.org/officeDocument/2006/relationships/notesMaster" Target="/ppt/notesMasters/notesMaster1.xml" Id="R631d9adfe664447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1e37b09c544ca0" /><Relationship Type="http://schemas.openxmlformats.org/officeDocument/2006/relationships/notesMaster" Target="/ppt/notesMasters/notesMaster1.xml" Id="R5b24aa41d4674f4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6ce0d4de8cb457a" /><Relationship Type="http://schemas.openxmlformats.org/officeDocument/2006/relationships/notesMaster" Target="/ppt/notesMasters/notesMaster1.xml" Id="Re23b4535b7d646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4117330864db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E85BAF45-BF69-4706-B641-75AC176677BB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57A6FAE4-AB69-415E-ADFB-88B707B3F2F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12EE258-DF19-408D-BE47-6296B1754138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32E2BA-A0CE-4D2F-8B2F-E16D8E50D738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b9745b7256a4aa6" /><Relationship Type="http://schemas.openxmlformats.org/officeDocument/2006/relationships/slideLayout" Target="/ppt/slideLayouts/slideLayout2.xml" Id="R78ea767b683148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D83E514-B96B-4F63-B0CD-B7EF16A2E174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ea767b683148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0b5dcf355149a6" /><Relationship Type="http://schemas.openxmlformats.org/officeDocument/2006/relationships/notesSlide" Target="/ppt/notesSlides/notesSlide1.xml" Id="R2f4c51ba775045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aeadbeb5f9420b" /><Relationship Type="http://schemas.openxmlformats.org/officeDocument/2006/relationships/notesSlide" Target="/ppt/notesSlides/notesSlide2.xml" Id="Rf76d7819f90148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442ddad5c434d" /><Relationship Type="http://schemas.openxmlformats.org/officeDocument/2006/relationships/notesSlide" Target="/ppt/notesSlides/notesSlide3.xml" Id="Re8831279f5a84b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c72a00c9364d14" /><Relationship Type="http://schemas.openxmlformats.org/officeDocument/2006/relationships/notesSlide" Target="/ppt/notesSlides/notesSlide4.xml" Id="R36d64134fe2c4d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11fc0970064ab7" /><Relationship Type="http://schemas.openxmlformats.org/officeDocument/2006/relationships/notesSlide" Target="/ppt/notesSlides/notesSlide5.xml" Id="R4b44d9a5b9ae4c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a12d4d16334d0c" /><Relationship Type="http://schemas.openxmlformats.org/officeDocument/2006/relationships/notesSlide" Target="/ppt/notesSlides/notesSlide6.xml" Id="Ree5080f9113540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62d338ca2451d" /><Relationship Type="http://schemas.openxmlformats.org/officeDocument/2006/relationships/notesSlide" Target="/ppt/notesSlides/notesSlide7.xml" Id="R60473df5e0544c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d699f6741402f" /><Relationship Type="http://schemas.openxmlformats.org/officeDocument/2006/relationships/notesSlide" Target="/ppt/notesSlides/notesSlide8.xml" Id="Rb2483a5482a942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c310859e174c6a" /><Relationship Type="http://schemas.openxmlformats.org/officeDocument/2006/relationships/notesSlide" Target="/ppt/notesSlides/notesSlide9.xml" Id="Rd3efd83ddc7f4e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ee286f75204e51" /><Relationship Type="http://schemas.openxmlformats.org/officeDocument/2006/relationships/notesSlide" Target="/ppt/notesSlides/notesSlide10.xml" Id="Rf15146d866b34c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8ff1cf18dc4330" /><Relationship Type="http://schemas.openxmlformats.org/officeDocument/2006/relationships/notesSlide" Target="/ppt/notesSlides/notesSlide11.xml" Id="R3146c0bb74974f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1d049e5aa14607" /><Relationship Type="http://schemas.openxmlformats.org/officeDocument/2006/relationships/notesSlide" Target="/ppt/notesSlides/notesSlide12.xml" Id="R6ceb2f9afd604f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0f9d3a49994276" /><Relationship Type="http://schemas.openxmlformats.org/officeDocument/2006/relationships/notesSlide" Target="/ppt/notesSlides/notesSlide13.xml" Id="Rcfc2f885e4194c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c0d96913714958" /><Relationship Type="http://schemas.openxmlformats.org/officeDocument/2006/relationships/notesSlide" Target="/ppt/notesSlides/notesSlide14.xml" Id="Rc0526aeec0c549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cd285a83244bce" /><Relationship Type="http://schemas.openxmlformats.org/officeDocument/2006/relationships/notesSlide" Target="/ppt/notesSlides/notesSlide15.xml" Id="Rb2ba7d9a39554bd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bfa5718fcb4e9a" /><Relationship Type="http://schemas.openxmlformats.org/officeDocument/2006/relationships/notesSlide" Target="/ppt/notesSlides/notesSlide16.xml" Id="R266b3715c01d4fa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3ac285f8324844" /><Relationship Type="http://schemas.openxmlformats.org/officeDocument/2006/relationships/notesSlide" Target="/ppt/notesSlides/notesSlide17.xml" Id="Rf45c481d294f45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2f202e8b24549" /><Relationship Type="http://schemas.openxmlformats.org/officeDocument/2006/relationships/notesSlide" Target="/ppt/notesSlides/notesSlide18.xml" Id="R8503f1b558d2469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33f3cbd49b4251" /><Relationship Type="http://schemas.openxmlformats.org/officeDocument/2006/relationships/notesSlide" Target="/ppt/notesSlides/notesSlide19.xml" Id="R5e5c8d08899144b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4d59ab4513454b" /><Relationship Type="http://schemas.openxmlformats.org/officeDocument/2006/relationships/notesSlide" Target="/ppt/notesSlides/notesSlide20.xml" Id="R3c874eebd4f040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c545990e864b2b" /><Relationship Type="http://schemas.openxmlformats.org/officeDocument/2006/relationships/notesSlide" Target="/ppt/notesSlides/notesSlide21.xml" Id="R1ff771b0ba924f0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c681eaad3e4b86" /><Relationship Type="http://schemas.openxmlformats.org/officeDocument/2006/relationships/notesSlide" Target="/ppt/notesSlides/notesSlide22.xml" Id="R8f98e399160b410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8277a1615c406c" /><Relationship Type="http://schemas.openxmlformats.org/officeDocument/2006/relationships/notesSlide" Target="/ppt/notesSlides/notesSlide23.xml" Id="Rb1660b2089a8458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f12e118106426f" /><Relationship Type="http://schemas.openxmlformats.org/officeDocument/2006/relationships/notesSlide" Target="/ppt/notesSlides/notesSlide24.xml" Id="R5b218d536b54490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5449c2cad04838" /><Relationship Type="http://schemas.openxmlformats.org/officeDocument/2006/relationships/notesSlide" Target="/ppt/notesSlides/notesSlide25.xml" Id="R8154d56d9e004d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2D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F6530-EACE-47BB-A6B9-1ECD9D9E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47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ARCHIVED SLIDES ·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6C666-054D-4C99-B815-771D1283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Feature Walkthrough — archived slides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8FAD7-1A29-4F18-92AA-E3A71A6B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48000"/>
            <a:ext cx="876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8EBE4"/>
                </a:solidFill>
              </a:defRPr>
            </a:pPr>
            <a:r>
              <a:rPr sz="1200" b="0">
                <a:solidFill>
                  <a:srgbClr val="D8EBE4"/>
                </a:solidFill>
              </a:rPr>
              <a:t>These slides were removed from the shorter active walkthrough. Kept here for reference — titles and descriptions are editable.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B3461-00BD-4566-A698-5216F06C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86250"/>
            <a:ext cx="876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6FF7E"/>
                </a:solidFill>
              </a:defRPr>
            </a:pPr>
            <a:r>
              <a:rPr sz="1350" b="1">
                <a:solidFill>
                  <a:srgbClr val="B6FF7E"/>
                </a:solidFill>
              </a:rPr>
              <a:t>23 archived slides</a:t>
            </a:r>
          </a:p>
        </p:txBody>
      </p:sp>
    </p:spTree>
    <p:extLst>
      <p:ext uri="{BB962C8B-B14F-4D97-AF65-F5344CB8AC3E}">
        <p14:creationId xmlns:p14="http://schemas.microsoft.com/office/powerpoint/2010/main" val="1398120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A3053-7E12-4E9F-A518-70949A11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64552-C4E6-4F08-9BB5-FBE76065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INDEX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674FC-5F1F-4B3F-9549-6B8BF3E9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Archived slide 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9C74B-3219-4AA2-9A3B-2770E3AB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1. Feature: Print-ready lesson PDFs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7BA7E-92CA-4AF1-9A6C-782B9B02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2. A melting pot of knowledge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8120B-4FEF-4F29-92E0-465E6FA1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3. Promo: AI that supports, never replaces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30FC9-DB8A-418B-8C82-DCE62E48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4. Promo: Adaptive teaching built 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E1C11-F14C-497C-845C-AFEACCE4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5. Promo: A community of creative educators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A3DFA-F68F-4C69-87CE-4A98E809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6. Promo: Designed for creative teaching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DA6D3-9AA3-434F-903B-D7CC56B0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7. Promo: Cross-curricular connections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EEC85-FA6A-4447-93DD-2A7CF9E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8. Promo: The future of creative teaching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10BCB-E83D-437A-AC03-39C2534D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9. Promo: Inspiration on tap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35354-9373-442A-AD1F-4C9D1FC2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10. Promo: Curriculum mapping made visual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F6F95-B1A1-4EBD-AEAF-825869B3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11. Promo: Works wherever you teach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FAA8F-44FA-4098-8694-678D9362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12. Promo: Never lose a great lesson again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1767E-4656-46F3-BF11-E23333B6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335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13. Promo: Progression you can see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4A2504-2E97-4A6B-B0E3-1A644652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764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14. Promo: Reflect and refine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897F8-7273-4BE1-89F5-68C2B0F3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15. Promo: SEND support at the 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03029-7646-4B30-8478-F78D2865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16. Promo: Sequencing that makes sense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DC4F46-F645-4949-9FD8-DFA5F8D6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17. Promo: Stretch and challenge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8A76A-5055-484C-9CE3-F5ADA4BA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18. Promo: Your creativity is your craft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FD2822-E2A9-421C-8434-2D8A2C6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19. Protecting the pipeline — from EYFS to the conservatoire stage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3487F5-AAC7-4A4D-9C7A-CAADB7F4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338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20. Feature: School homepages &amp; preview mode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9EFE5F-4355-4E43-A478-3634F342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767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21. Feature: Settings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A064BA-07E6-48D1-9BD1-F8C780A5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96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22. WalkthroughContact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F31B21-6989-404B-9B73-624F8FC5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23. WalkthroughIntro</a:t>
            </a:r>
          </a:p>
        </p:txBody>
      </p:sp>
    </p:spTree>
    <p:extLst>
      <p:ext uri="{BB962C8B-B14F-4D97-AF65-F5344CB8AC3E}">
        <p14:creationId xmlns:p14="http://schemas.microsoft.com/office/powerpoint/2010/main" val="17273730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D8003-03FD-4280-B271-3CCF6356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A6030-C6AC-4407-9E18-6030546A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01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F2466-8317-4CB6-9540-C92DDD6C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Feature: Print-ready lesson PDFs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0CBC1-F92F-49F2-81DE-7695A701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Sample lesson PDF export with school header, learning objective, and activity sequence.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C717B-2249-4D59-9232-47320CEC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3B3C-60FC-40D6-81D7-A6C467BA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881F0-539F-4976-85E4-B22B5B14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Feature detail archived to keep walkthrough pace tighter.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ECC99-BD1E-4A3B-BADA-6BD9DC68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src/pages/slides/archive/LessonPDFExport.tsx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91BA0-D17D-4F39-AE75-65D51310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576511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AC3450-0499-48B1-BC6B-5C6D51CE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A6126-0A86-4E87-A418-B24B1194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02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378E3-EF34-4EA3-A2FB-F920E74E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A melting pot of knowledge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BEC38-B49C-4E19-A3EE-21D71FBD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Schools, universities, arts organisations, practitioners and communities pouring their best into one living archive for children.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BE100-AD9C-4556-8707-D7C4BFD7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2E053-5B33-4145-A046-ADFD0CF6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0CE5FC-F04E-4194-9913-F1178DE8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Removed from active deck per request — keep CCD connection opener instead of melting-pot narrative.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54B31-CD7D-47DD-93B0-CF68C3EA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src/pages/slides/archive/MeltingPot.tsx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40083-1426-4BBB-A9C9-513D5BD6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2188398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A5BA4E-8B35-4E7C-A398-68EA3E8B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B7CEE-79FB-41A8-ADCB-A4746429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03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4B0D5-E376-4AEF-9F72-F6459510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AI that supports, never replaces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F0EFD-5ACD-479D-B2E9-F5CEC6AE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AI assistance that amplifies teacher judgement.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6E5A4-8AF4-4EA3-87A3-C261BAB4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08D5C-773D-4F9B-86E8-ED79B8CE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B2F126-9292-4900-888C-EABBC1E5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D6979-3D57-44E4-BA50-73AF40DC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src/pages/slides/archive/PromoAI.tsx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E760C-1725-4E32-B136-E4B8D731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710725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BFEBF-620E-4F26-BD7E-2E2E2180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533E1-515A-49D4-97E2-2FBC5E4C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04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36AB8-1E2D-4897-9943-2F595598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Adaptive teaching built 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D1129-6232-4C16-8C4B-D2D28ADB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adapting activities for every learner.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B8443-E780-4314-81DC-8D1F5FC4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2D667-E23E-4A52-AC55-65B1694A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DB9FB-F220-47A9-A3C5-4C373626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36C8A-A5FC-4F9B-A678-589B4F3E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src/pages/slides/archive/PromoAdaptive.tsx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7D253-391C-40B9-BD0F-4BFB873C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6901363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47D1F3-0ACE-400F-8E3C-74022D75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64D7A-C433-4EB2-83D7-16229EB1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05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B930A-C21B-46F9-BA68-2D58590A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A community of creative educators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6419E-0153-4001-935B-95A2181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sharing practice across a community of arts teachers.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E5CA6-2603-4D6A-92F4-FF57C696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41291-A21C-46F4-8FC0-813F89AC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9C4D4-0E67-4D28-9B96-48FC0258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99ACE-C452-4818-B132-C8AA6B9E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src/pages/slides/archive/PromoCommunity.tsx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17043-48C5-4ABA-BEDA-8F400212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4823064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A59B2-C675-4FC9-B64F-6D371B6B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8E106-5ECD-4E5F-B925-24C91972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06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791FC-99AF-4442-BF82-2DEBCB6E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Designed for creative teaching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E2A92-8E4F-4455-847C-217132AD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tools shaped around creative classroom practice.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4F3B0-F521-42C9-A5FA-AE826064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41F43-A60B-446F-95CA-E84E1BFC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980AF-3BE9-4A8D-BB88-2D061D7D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F3E73F-439C-48A1-B8BC-15CBF38C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src/pages/slides/archive/PromoCreative.tsx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4F789-97B6-4AB4-B31C-1D400285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3603495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9CC7A-F16A-4EFE-B006-B550EC48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2C3B6-DCD2-4CAC-8FF0-89BE37B7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07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0FD9A-65F7-45EE-A115-F137F590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Cross-curricular connections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222E6-9BEF-46C1-A587-9B20431B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linking the arts across the wider curriculum.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1BD76-8652-47AE-8AED-6D1D09C1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CC2AC-DD4F-4377-874B-E9E5CC8D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BB5B6-F11F-47AA-B7C6-B08B7FF8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AD2D9-EE6C-4F4A-9A4B-7D23D2C9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src/pages/slides/archive/PromoCrossCurricular.tsx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47A7E-DF32-488E-902C-64F786F9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5487889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F7EA7-4489-40EF-A6F0-BA8B7FE5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C4783-E5AD-4248-9E05-871146E2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08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9363A-B177-43BA-9CFE-D742C9C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The future of creative teaching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01CC2-561A-4025-85BC-690F75DE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closing scene looking to the future of creative education.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B16F0-60EB-4546-98FC-4EB66B2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5EBD9-4BBD-4643-9906-40CF5DF5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9D281-DDDA-4641-BE16-444A728E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AF912A-3CCF-4A6F-BE35-6E67C28E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src/pages/slides/archive/PromoFuture.tsx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E56B1-C630-404C-8E4F-99E8DCDD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6235188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2B59C-B35D-40BE-B24A-B0BF483D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851B9-EEC2-45D5-986D-A4AD4972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09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625BF8-FA0B-44CB-877E-D199CD4E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Inspiration on tap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AA49F-8BB7-4A09-B57C-330E281F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discovering fresh activity ideas.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1B3DD-3479-4567-9467-10600BD8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5E7C8-F664-4DB1-90EC-5CC985C7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6A543-45F7-48E1-8D3B-8DECC29D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22917-2011-4660-998C-E16DE0C6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src/pages/slides/archive/PromoInspiration.tsx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E0F940-31E7-47D8-B98E-B28979D9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4363234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B57AB-C263-4191-BF77-99453C80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2C196-9BFD-4087-BE08-D591C539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10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3F073-7CA2-4EFB-A421-8991B171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Curriculum mapping made visual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BF4AB-E53B-4CD1-9BA7-B0490065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mapping curriculum coverage visually across terms.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8C8DB-9AEC-48B5-B6D7-7544B4DF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6F9CC-907E-472F-A004-65EB7AF1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54318-CC15-4C9E-A924-8AD13A48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63B11-5A8C-4463-B447-CBADBE8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src/pages/slides/archive/PromoMapping.tsx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3DFA7-8FFC-4F8B-A137-3121BBB3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8510793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B7724-5007-4F52-AF03-AE867148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FB4AD-0583-4747-91FC-F518DF81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11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D6E7B-6D57-4046-9039-A3E8A1EF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Works wherever you teach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B5434-F820-41EA-9442-FE77BE2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showing mobile and tablet use around school.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071445-B7CB-4AFB-9163-0EEA7EE5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C1772-4DF1-4EC1-AC70-D4DD649A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77BA-5FC4-45EB-BFD2-360B65EC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5F17E-5091-45CE-B9E3-F920E20B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src/pages/slides/archive/PromoMobile.tsx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31E81-CF52-49E7-850E-E3444631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9528321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DD986-B066-4A8F-9AE5-4122DD17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90906-F02A-42F4-B490-4C5B7792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12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FB773-486A-4E6B-8FE3-D31D5C4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Never lose a great lesson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45198-5FDB-4B2C-9769-7D046CED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capturing great lessons so they are never lost.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AB566-C22E-41FC-9B12-9B1E5F64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B93720-50D5-426E-8F02-20A981BD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E1861-5511-4382-B37C-5C2D1909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5243C-0CA0-417E-BF17-227B77B5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src/pages/slides/archive/PromoNeverLose.tsx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4FF41-713B-49C7-AB4D-65C7A46E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5601073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EE159-7888-4B75-B3CC-A3D96975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1A76B-C937-4EC8-8E1F-E8729793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13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13404-2DD5-4A5D-8AA1-856CBC94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Progression you can see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A1BF4-26A9-47DE-854E-9F115FC7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showing skills progression across year groups.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487A4-7CB1-4DD2-AFB5-A546D5E2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4AADC-1C2D-4CBE-9D7D-4D9DC59B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BAA4D-784D-416A-9639-185DDEA1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9B631-224F-4DD1-9013-42DC687B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src/pages/slides/archive/PromoProgression.tsx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3E1BE-8BAF-4D22-889B-C30F0D16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7425072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F1B9D-CA12-4B6B-B027-9AA329B9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74A36-2F13-4EBA-B903-01A97CA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14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F175F-ABCB-4FD6-A440-492E191B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Reflect and refine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84545-3C6C-4C84-8B5F-6091FFF3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reflecting after lessons and improving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F5BF0-9F01-4926-8138-9E99F007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59C45-2CCE-4F39-A3D0-843C06E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C53BD-05DB-491C-A1B0-843F4C4D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4411A-4393-49D6-9478-1A98756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src/pages/slides/archive/PromoReflect.tsx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E99EF-7842-4FAB-9017-A9127230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1735340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1714B-E49A-4F50-8073-5DE3024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4940F-8B50-4893-AD8D-9329DC1B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15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081A1-45D7-4F3E-9DD7-10D97736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SEND support at the 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2E797-07FD-454F-A5C5-558A9634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inclusive planning for SEND learners.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FE51C-6006-4873-97CC-FE89B08D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B0C1E-6D29-4DD1-8D49-CCD6C05D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8A97A-9BE4-4610-A0B9-66CC8615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13FA7-ABED-4C9B-9FF7-2895EFA3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src/pages/slides/archive/PromoSEND.tsx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DAFC7A-2410-4494-88AA-D41ADF86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5099704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034B7-34E2-4F12-B367-61E1E9E5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E0CFE-3252-42C1-A868-684D60A3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16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03AEC-8792-465E-A653-734F7D0C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Sequencing that makes sense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D90EE-C955-4CD2-8A0B-FAB4635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coherent lesson sequencing across a term.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BA5090-3CB4-469C-89AB-3E5758E6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D93A5F-2276-42BC-969B-9BC7ACF0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5C0C0-DB54-4336-B0EF-6017CC33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2DFFE-58E5-4A90-9772-A469CDFF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src/pages/slides/archive/PromoSequencing.tsx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59E34-DD05-4FF6-BCA8-F1C4AC26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9126883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72AAE-F233-451D-8EF7-60BADCD6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D7398-BB65-4629-9D95-B0954330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17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C4C203-4A7F-4BB9-A3A1-115CF75A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Stretch and challenge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DFAA4-4790-49D5-BA05-85FA5275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on extending high-attaining learners.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10AA0-E2A3-4D0A-8E1C-1214AD8B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876E8C-3BBA-4FD5-9C64-23635034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2789A-4F43-46B9-ACA4-D2278490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253F20-42BA-419F-92DF-DC7E0757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src/pages/slides/archive/PromoStretch.tsx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ADEA3-1A88-44BD-9E4D-97C91BD5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2333700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20451-42B2-454A-87B0-3A514714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59F85-D389-4494-BC95-F0120542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18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02C220-8748-43F3-8D4F-F2A33040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Promo: Your creativity is your craft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7774C-6A10-4705-8CA9-C3497D50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Animated scene celebrating the creative work teachers pour into every lesson.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7B774-377C-498D-8621-3A51A355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98A1-F743-468F-9694-046E2057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A5996-5B80-4F14-A7A5-778E10C5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Promo/feature beat archived from active Feature Walkthrough to hone narrative flow and reduce animation noise.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A01E4-629D-4072-B5BC-6898D9AA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src/pages/slides/archive/PromoTeacherCreativity.tsx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CDCA8-0A28-4562-86E2-5026B439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1368429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AAF97-F61D-4E5E-A18D-90ABB890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BF0CD-C824-4019-B7EA-382D21AF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19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47143-891F-4419-99A1-6E801EB1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Protecting the pipeline — from EYFS to the conservatoire 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BA5FD-68DC-4357-81F7-5A2D357E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One continuous arc from a Reception assembly to a university stage, and why every stage of the journey depends on the last.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25E47-5BB6-43E8-A171-2A86052A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10CE8-3AB4-45ED-A952-ACB55C3F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E9F9D-892E-401C-AAF0-2824170B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Honored out of main flow; pipeline story can return later.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DBBE8-490E-42EC-9632-732F7117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src/pages/slides/archive/ProtectThePipeline.tsx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13DA2-DC7E-40DD-81DB-58EC6D55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88511000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22CF1-7B97-4DEB-A38B-4E461067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B410F-842F-4E94-8893-8FAA36AF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20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18DF6-D22B-430F-8F53-AD5736AE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Feature: School homepages &amp; preview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CD776-538F-4FC6-990C-1B03F812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Public school landing pages and the one-click read-only preview experience.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4B20A-D486-4C63-B454-1E5482AC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CAF2C-FE0F-4A32-8015-D4DECC47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F3860-A530-489B-8962-4AE50F95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Secondary feature — archived to reduce deck length.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C867B-CECF-43E3-B258-BC70DA34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src/pages/slides/archive/SchoolHomepageAndPreview.tsx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DF6182-2D3D-4362-B607-4BA6559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7920550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6EEF2-6B62-48CE-8E2B-FED9409C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1EF51-117F-4901-A8D7-5178C85C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21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36F65-E97B-4D10-9BA6-13A1E203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Feature: Settings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6DE46-A978-44E8-A4CA-DAD07D1D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Settings panel showing year groups, categories, branding, and data tabs.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B06EC-8596-44DB-97C9-F10087A4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08B00-2D0F-43B8-A3CC-569F7E7A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2BB39B-85A2-476C-8D02-54CD5CC2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Superseded by WalkthroughSettings in product-tour section.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E4391-DC0C-4B11-B472-8ABED6BA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src/pages/slides/archive/SettingsHub.tsx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34FAC-5D92-439D-A65D-50AE8998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9558941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0B0D6-1978-42F9-A9C7-AF22F709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B590F-96AF-4918-BCF1-B6EABCB9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22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79464-A7F0-4787-AA2F-4ECBFF9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WalkthroughContact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DE63A-BDB0-4306-88BE-2348E773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Archived slide (was orphaned or removed from active sequence).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B6481E-F91F-4F66-B856-E1449427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69A5FA-5764-4A27-A6D1-673CB822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93F89-A749-422D-B394-9E971269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Close handled by CallToAction; contact slide kept for reuse.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1C7181-6690-4DDB-9C04-9B73914E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src/pages/slides/archive/WalkthroughContact.tsx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653C3-DB69-4D85-9466-1F473B61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02131015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6879AD-C4EE-4497-81A1-28AAC1A84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99D0E-D8F2-4101-9C5F-B53997F4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BD519-286D-448C-B60E-F43CF46A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ARCHIVED 23 /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D0E0B-5951-4B8A-BD12-F152CF6E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WalkthroughIntro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D38D6-B2BB-4E90-8F26-59A95ECF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4548"/>
                </a:solidFill>
              </a:defRPr>
            </a:pPr>
            <a:r>
              <a:rPr sz="1200" b="0">
                <a:solidFill>
                  <a:srgbClr val="2A4548"/>
                </a:solidFill>
              </a:rPr>
              <a:t>Archived slide (was orphaned or removed from active sequence).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0C93A-B794-4B4B-97B5-67849C5B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53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6196E-6A24-4BD2-AEA5-F61EA265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71875"/>
            <a:ext cx="1047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Why archived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EC131-64F7-48F0-AAE3-EF44CF24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0477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Superseded by CCDesignerIntro (login connection brand).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FAED2-602B-4561-888F-329B6BB6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5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src/pages/slides/archive/WalkthroughIntro.tsx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50ADE-113D-4481-B692-C7CFED1E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 · archived reference</a:t>
            </a:r>
          </a:p>
        </p:txBody>
      </p:sp>
    </p:spTree>
    <p:extLst>
      <p:ext uri="{BB962C8B-B14F-4D97-AF65-F5344CB8AC3E}">
        <p14:creationId xmlns:p14="http://schemas.microsoft.com/office/powerpoint/2010/main" val="1912897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2026-07-24T09:21:55.3440000Z</dcterms:created>
  <dcterms:modified xsi:type="dcterms:W3CDTF">2026-07-24T09:21:55.3440000Z</dcterms:modified>
</coreProperties>
</file>